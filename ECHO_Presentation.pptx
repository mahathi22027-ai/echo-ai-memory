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STUDENT HACKATHON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Private AI Journal with Memory that Evolves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diary can't find the entry that matters now. Echo can — by meaning, not just by date."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5720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Team   |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Track: </a:t>
            </a:r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PS1: Agentic Memory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Mahathi S S (Lead, Integration &amp; QA), Kunal Mahale (Backend &amp; DB), Urmil Parmar (Frontend &amp; UI/UX)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</a:t>
            </a:r>
            <a:pPr indent="0" marL="0">
              <a:buNone/>
            </a:pPr>
            <a:r>
              <a:rPr lang="en-US" sz="13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mahathi22027@gmail.com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problem are we solving and for whom?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Chronological Traps: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diaries lock reflections into calendar silos. Users cannot surface related past feelings or beliefs without knowing exact dates or keywords.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Session Amnesia: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conversational chatbots reset context every session, forcing users to constantly repeat personal values, history, and working habits from scratch.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Reflective Writers &amp; Students: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tracking mental well-being, habit formation, and personal growth.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It Matters: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Journaling is only as powerful as your ability to notice long-term emotional and cognitive patterns over time.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Missing Link: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need an AI companion that remembers their evolving journey while maintaining strict, transparent privacy boundaries.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Echo different?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is a Memory-Governed AI Companion.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separates raw journal text from derived structured memory objects (Feelings, Beliefs, Events, Preferences).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reflection extracts typed facts with exact source quotes and dense 768-dim embeddings, stored in MongoDB Atlas for instant semantic recall across conversations.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Unique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Visible Memory Inspector: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 into every fact the AI knows about you.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Provenance &amp; Superseding: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change your mind, old memories are archived as superseded, preserving your evolution.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Differential Privacy Shield: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memories are filtered out before prompt construction with zero LLM leakage.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TTL Expiry: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thoughts auto-expire via MongoDB background indexes.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FEATURES &amp;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 &amp; UI Layout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3832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Semantic Recall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Matches meaning, not keywords.
</a:t>
            </a:r>
            <a:pPr indent="0" marL="0">
              <a:buNone/>
            </a:pPr>
            <a:r>
              <a:rPr lang="en-US" sz="1200" i="1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"I feel so alone today."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Recalls: "Felt hurt and uncared for in friendship."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Atlas $vectorSearch + Google Gemini text-embedding-004.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3832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Memory Inspector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Visual Memory Vault.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typed memory cards (Feeling, Event, Belief, Preference) with original source quote attribution.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Correct, supersede, toggle privacy, or delete memories with one click.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3832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Privacy &amp; Expiry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Control (GOV-01).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memories are excluded at database query level and never sent to LLM.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Index auto-deletes time-bound thoughts when their expiry timestamp passes.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TECH STACK &amp;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Stack &amp; Scalability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12064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Frontend: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19, TypeScript, Vite 8, Figma Make Kit, Custom CSS Engine.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/ APIs: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24, Express 5 (ES Modules), JWT &amp; bcryptjs authentication.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/ Vector Search: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 Native Driver, Atlas $vectorSearch (Cosine Metric, 768-dim).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Models: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(llama-3.3-70b-versatile) &amp; Google Gemini text-embedding-004.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21208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Scalability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6634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Real-World Impact: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repetitive context re-prompting. Empowers users with reflective emotional self-awareness and continuity.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Scalability with MongoDB: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indexing on (user_id, status, is_private) guarantees high-throughput isolation across thousands of concurrent users.
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Next Steps: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Contradiction detection to surface conflicting beliefs and weekly multi-entry synthesized growth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&amp; LINKS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Deliverables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20240"/>
            <a:ext cx="9966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Live Web Application (Frontend):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https://echo-ai-memory-woad.vercel.app/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API Service (Render):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https://echo-ai-memory.onrender.com/api/health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 GitHub Repository (Open Source):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https://github.com/mahathi22027-ai/echo-ai-memory
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🎥 Demo Video (2-3 min):
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Walkthrough and presentation video recording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 —  Team Echo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2026-10-31T15:52:41Z</dcterms:created>
  <dcterms:modified xsi:type="dcterms:W3CDTF">2026-10-31T15:52:41Z</dcterms:modified>
</cp:coreProperties>
</file>